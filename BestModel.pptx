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131" autoAdjust="0"/>
    <p:restoredTop sz="94660"/>
  </p:normalViewPr>
  <p:slideViewPr>
    <p:cSldViewPr snapToGrid="0">
      <p:cViewPr varScale="1">
        <p:scale>
          <a:sx n="88" d="100"/>
          <a:sy n="88" d="100"/>
        </p:scale>
        <p:origin x="102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C7327-535B-E0B6-779A-FF5F607F8F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A4EB32-F363-A707-6423-2764C166EB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D113B-FAC9-868A-2EB3-9A28AA6CB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A57E9-7CCF-AE17-0D04-47757026B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1C74A-5A4E-BFB0-A3B5-68E7A3C12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2458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3D4FF-CF79-0D85-EFEA-AF1442BD0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33E48-14B5-8204-9E11-51F1EC68B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50C77F-EDB6-3D8E-9901-BCCDD8404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3CFA2-554A-9144-BDE0-E77B13D69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23B33-21EB-CDF8-BA86-EA9BE461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0046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0BC3-056A-86DF-1B82-64655A906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21396-92CD-DD84-B00D-AC288DC36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CA4E8-46EA-561C-FAAE-D348709E0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6EEEC-3667-09DA-CA89-A6EAC398F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762F85-57F1-8376-4F09-C868F2AC9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4479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704B3-F10E-E306-E483-4F3518FE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92532-0179-7D44-9ABA-4F5BF36961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C130B4-1D54-741E-E6D7-635B0E8516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AE445-3DB1-74C9-C657-EFA2577DB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6C717-811B-FA59-D8F3-315B1F88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3DD98-7D20-3361-F7E8-E30B0B677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3361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1E8C4-5DB5-A365-AADE-19B2EFDA1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D183B-53A6-67DF-ED92-C73706088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AB5A6C-BD8A-950F-25E6-9BE6F33F9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A355AD-063D-3A73-F2F1-6C3707692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CA7F41-A9FD-4F64-3164-CB9EDCE8AA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E9E1EB-900C-90F3-94F6-466AD78BC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551EA6-9E83-3DC1-73EE-0EBDF75EF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163FE7-5B30-5AF2-9A43-383219746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9667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321EC-59F5-D107-4C2A-947CC616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AA13E0-5A4F-32FC-2888-C2998ACBB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1641F7-F284-0783-A9A2-BC316B45D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AF95BF-6E0D-24E6-2FF9-6A128745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95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AC8310-DC0C-AF11-58A9-8BB03482B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595239-B394-E30C-0030-230B467DF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9FD0C-163A-7248-E6F2-866D6BB25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5396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D95AA-EFF7-E55F-FB91-FCCC0D616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473F-27D3-07C7-1BE8-97A93FE1C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C1610-1A0B-265A-597B-72CE242EB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9C318-3E12-15A2-7164-62EF7499B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8B566-CA22-B216-D76A-3D6C5313B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5C1FAF-1D77-3DC7-C032-E6C861E73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307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F250-EF07-9434-2289-B53196296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9E0CFD-7EE3-025C-9FC2-70E9E46004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AB6D38-C6E9-8B40-2698-7A399AEB5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605D53-A8E4-9B35-E3B9-0EC31BC7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DDBE2-A98A-30B1-61F5-723A533A4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70160C-C37D-13A1-5E6D-17DF8D4E0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9302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2D0D-9B38-9C14-A860-151A9E4EF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317423-23F6-BCD5-9BAD-5DCBB05B02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A8D1-CBF6-986E-C644-BBC4EB0E9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26144-F94F-A430-FD5B-4FD81566C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01708-4F3E-A69F-721D-DEEEC2F5C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2936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C13DA5-3AAD-A97E-303B-9DB5EB02E9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2EF9A-79F3-7E48-30C4-34CE7DF520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1F9A-430A-DC34-9E06-F35101F7D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59392-531E-2EC6-CF65-FD40E18E9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EFE69-61FA-CC8C-696D-ECC73DDE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302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B1EEA2-B3B9-422D-69A8-262F59663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B82DD-8C84-A757-CFD1-A281221C3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7BC4E-E04F-2147-500E-5F5DD9E80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7D9F59-A237-49D3-9A4D-F64E5524C87A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514B39-8A1C-70AF-84C3-78D01BCAAE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D9FC5-FFC5-D7CF-E546-C0082D499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F4CE1A-866A-4FE2-8EC7-602F6A0E4D3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181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AF33-235B-3CD3-EA37-526213F8D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400" dirty="0"/>
              <a:t>2026-03-11_SMALL_BTCUSDT_1h_2021-01-01_2025-12-01_LB512_PRED20</a:t>
            </a:r>
            <a:br>
              <a:rPr lang="en-US" sz="2400" dirty="0"/>
            </a:br>
            <a:r>
              <a:rPr lang="en-US" sz="2400" dirty="0"/>
              <a:t>SOURCE: POWERSTATION</a:t>
            </a:r>
            <a:br>
              <a:rPr lang="en-US" sz="2400" dirty="0"/>
            </a:br>
            <a:r>
              <a:rPr lang="da-DK" sz="2000" dirty="0"/>
              <a:t>"PRED_HORIZON": 10,</a:t>
            </a:r>
            <a:br>
              <a:rPr lang="da-DK" sz="2000"/>
            </a:br>
            <a:r>
              <a:rPr lang="da-DK" sz="2000"/>
              <a:t>"</a:t>
            </a:r>
            <a:r>
              <a:rPr lang="da-DK" sz="2000" dirty="0"/>
              <a:t>MIN_CHANGE_PCT": 0.0,</a:t>
            </a:r>
            <a:br>
              <a:rPr lang="da-DK" sz="2000"/>
            </a:br>
            <a:r>
              <a:rPr lang="da-DK" sz="2000"/>
              <a:t>"</a:t>
            </a:r>
            <a:r>
              <a:rPr lang="da-DK" sz="2000" dirty="0"/>
              <a:t>MAX_STD_PCT": </a:t>
            </a:r>
            <a:r>
              <a:rPr lang="da-DK" sz="2000"/>
              <a:t>0.38, </a:t>
            </a:r>
            <a:br>
              <a:rPr lang="da-DK" sz="2000"/>
            </a:br>
            <a:r>
              <a:rPr lang="da-DK" sz="2000"/>
              <a:t>UPSIDE: 0</a:t>
            </a:r>
            <a:br>
              <a:rPr lang="da-DK" sz="2000" dirty="0"/>
            </a:br>
            <a:endParaRPr lang="de-DE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56B8CAD-E9EC-FA5E-D3F1-0E31D6ACE4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2921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6E6B72-38F7-C143-2B9D-4A1F9F8DA7E7}"/>
              </a:ext>
            </a:extLst>
          </p:cNvPr>
          <p:cNvSpPr txBox="1"/>
          <p:nvPr/>
        </p:nvSpPr>
        <p:spPr>
          <a:xfrm>
            <a:off x="1179584" y="4611688"/>
            <a:ext cx="501445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--- Fixed Position ---</a:t>
            </a:r>
          </a:p>
          <a:p>
            <a:r>
              <a:rPr lang="de-DE" sz="1400" dirty="0"/>
              <a:t>  Num Trades          : 32</a:t>
            </a:r>
          </a:p>
          <a:p>
            <a:r>
              <a:rPr lang="de-DE" sz="1400" dirty="0"/>
              <a:t>  </a:t>
            </a:r>
            <a:r>
              <a:rPr lang="de-DE" sz="1400" dirty="0" err="1"/>
              <a:t>Win</a:t>
            </a:r>
            <a:r>
              <a:rPr lang="de-DE" sz="1400" dirty="0"/>
              <a:t> Rate            : 84.38%</a:t>
            </a:r>
          </a:p>
          <a:p>
            <a:r>
              <a:rPr lang="de-DE" sz="1400" dirty="0"/>
              <a:t>  Total </a:t>
            </a:r>
            <a:r>
              <a:rPr lang="de-DE" sz="1400" dirty="0" err="1"/>
              <a:t>PnL</a:t>
            </a:r>
            <a:r>
              <a:rPr lang="de-DE" sz="1400" dirty="0"/>
              <a:t>           : $107.16</a:t>
            </a:r>
          </a:p>
          <a:p>
            <a:r>
              <a:rPr lang="de-DE" sz="1400" dirty="0"/>
              <a:t>  Final Equity        : $1107.16</a:t>
            </a:r>
          </a:p>
          <a:p>
            <a:r>
              <a:rPr lang="de-DE" sz="1400" dirty="0"/>
              <a:t>  Max </a:t>
            </a:r>
            <a:r>
              <a:rPr lang="de-DE" sz="1400" dirty="0" err="1"/>
              <a:t>Drawdown</a:t>
            </a:r>
            <a:r>
              <a:rPr lang="de-DE" sz="1400" dirty="0"/>
              <a:t>        : $-23.73</a:t>
            </a:r>
          </a:p>
          <a:p>
            <a:r>
              <a:rPr lang="de-DE" sz="1400" dirty="0"/>
              <a:t>  Return/DD Ratio     : 4.52</a:t>
            </a:r>
          </a:p>
          <a:p>
            <a:r>
              <a:rPr lang="de-DE" sz="1400" dirty="0"/>
              <a:t>  Sharpe Ratio        : 2.19</a:t>
            </a:r>
          </a:p>
          <a:p>
            <a:r>
              <a:rPr lang="de-DE" sz="1400" dirty="0"/>
              <a:t>  Profit </a:t>
            </a:r>
            <a:r>
              <a:rPr lang="de-DE" sz="1400" dirty="0" err="1"/>
              <a:t>Factor</a:t>
            </a:r>
            <a:r>
              <a:rPr lang="de-DE" sz="1400" dirty="0"/>
              <a:t>       : 3.39</a:t>
            </a:r>
          </a:p>
          <a:p>
            <a:endParaRPr lang="de-DE" sz="1400" dirty="0"/>
          </a:p>
          <a:p>
            <a:endParaRPr lang="de-DE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1A5EDA-F4BD-AF6B-C4BA-406BA094BEA8}"/>
              </a:ext>
            </a:extLst>
          </p:cNvPr>
          <p:cNvSpPr txBox="1"/>
          <p:nvPr/>
        </p:nvSpPr>
        <p:spPr>
          <a:xfrm>
            <a:off x="6569476" y="4644589"/>
            <a:ext cx="545976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--- </a:t>
            </a:r>
            <a:r>
              <a:rPr lang="de-DE" sz="1400" dirty="0" err="1"/>
              <a:t>Compounding</a:t>
            </a:r>
            <a:r>
              <a:rPr lang="de-DE" sz="1400" dirty="0"/>
              <a:t> ---</a:t>
            </a:r>
          </a:p>
          <a:p>
            <a:r>
              <a:rPr lang="de-DE" sz="1400" dirty="0"/>
              <a:t>  Num Trades          : 32</a:t>
            </a:r>
          </a:p>
          <a:p>
            <a:r>
              <a:rPr lang="de-DE" sz="1400" dirty="0"/>
              <a:t>  </a:t>
            </a:r>
            <a:r>
              <a:rPr lang="de-DE" sz="1400" dirty="0" err="1"/>
              <a:t>Win</a:t>
            </a:r>
            <a:r>
              <a:rPr lang="de-DE" sz="1400" dirty="0"/>
              <a:t> Rate            : 84.38%</a:t>
            </a:r>
          </a:p>
          <a:p>
            <a:r>
              <a:rPr lang="de-DE" sz="1400" dirty="0"/>
              <a:t>  Total </a:t>
            </a:r>
            <a:r>
              <a:rPr lang="de-DE" sz="1400" dirty="0" err="1"/>
              <a:t>PnL</a:t>
            </a:r>
            <a:r>
              <a:rPr lang="de-DE" sz="1400" dirty="0"/>
              <a:t>           : $111.59</a:t>
            </a:r>
          </a:p>
          <a:p>
            <a:r>
              <a:rPr lang="de-DE" sz="1400" dirty="0"/>
              <a:t>  Final Equity        : $1111.59</a:t>
            </a:r>
          </a:p>
          <a:p>
            <a:r>
              <a:rPr lang="de-DE" sz="1400" dirty="0"/>
              <a:t>  Max </a:t>
            </a:r>
            <a:r>
              <a:rPr lang="de-DE" sz="1400" dirty="0" err="1"/>
              <a:t>Drawdown</a:t>
            </a:r>
            <a:r>
              <a:rPr lang="de-DE" sz="1400" dirty="0"/>
              <a:t>        : $-25.25</a:t>
            </a:r>
          </a:p>
          <a:p>
            <a:r>
              <a:rPr lang="de-DE" sz="1400" dirty="0"/>
              <a:t>  Return/DD Ratio     : 4.42</a:t>
            </a:r>
          </a:p>
          <a:p>
            <a:r>
              <a:rPr lang="de-DE" sz="1400" dirty="0"/>
              <a:t>  Sharpe Ratio        : 2.18</a:t>
            </a:r>
          </a:p>
          <a:p>
            <a:r>
              <a:rPr lang="de-DE" sz="1400" dirty="0"/>
              <a:t>  Profit </a:t>
            </a:r>
            <a:r>
              <a:rPr lang="de-DE" sz="1400" dirty="0" err="1"/>
              <a:t>Factor</a:t>
            </a:r>
            <a:r>
              <a:rPr lang="de-DE" sz="1400" dirty="0"/>
              <a:t>       : 3.35</a:t>
            </a:r>
          </a:p>
        </p:txBody>
      </p:sp>
    </p:spTree>
    <p:extLst>
      <p:ext uri="{BB962C8B-B14F-4D97-AF65-F5344CB8AC3E}">
        <p14:creationId xmlns:p14="http://schemas.microsoft.com/office/powerpoint/2010/main" val="992857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416659-F057-44F4-BACA-556DA8CB5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2026-03-11_SMALL_BTCUSDT_1h_2021-01-01_2025-12-01_LB512_PRED16</a:t>
            </a:r>
            <a:br>
              <a:rPr lang="en-US" sz="2000" dirty="0"/>
            </a:br>
            <a:r>
              <a:rPr lang="en-US" sz="2000" dirty="0"/>
              <a:t>Source: Lenovo Legion</a:t>
            </a:r>
            <a:br>
              <a:rPr lang="en-US" sz="2000" dirty="0"/>
            </a:br>
            <a:endParaRPr lang="de-AT" sz="2000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12743196-515B-253D-7655-9FA7FDA0FE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40794"/>
            <a:ext cx="10515600" cy="2921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941B4A8-3B8C-A878-2FB1-844BCFB91A70}"/>
              </a:ext>
            </a:extLst>
          </p:cNvPr>
          <p:cNvSpPr txBox="1"/>
          <p:nvPr/>
        </p:nvSpPr>
        <p:spPr>
          <a:xfrm>
            <a:off x="1021702" y="5519057"/>
            <a:ext cx="54350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--- Fixed Position ---</a:t>
            </a:r>
          </a:p>
          <a:p>
            <a:r>
              <a:rPr lang="de-AT" dirty="0"/>
              <a:t>  Num Trades          : 116</a:t>
            </a:r>
          </a:p>
          <a:p>
            <a:r>
              <a:rPr lang="de-AT" dirty="0"/>
              <a:t>  </a:t>
            </a:r>
            <a:r>
              <a:rPr lang="de-AT" dirty="0" err="1"/>
              <a:t>Win</a:t>
            </a:r>
            <a:r>
              <a:rPr lang="de-AT" dirty="0"/>
              <a:t> Rate            : 68.10%</a:t>
            </a:r>
          </a:p>
          <a:p>
            <a:r>
              <a:rPr lang="de-AT" dirty="0"/>
              <a:t>  Total </a:t>
            </a:r>
            <a:r>
              <a:rPr lang="de-AT" dirty="0" err="1"/>
              <a:t>PnL</a:t>
            </a:r>
            <a:r>
              <a:rPr lang="de-AT" dirty="0"/>
              <a:t>           : $230.75</a:t>
            </a:r>
          </a:p>
          <a:p>
            <a:r>
              <a:rPr lang="de-AT" dirty="0"/>
              <a:t>  Final Equity        : $1230.75</a:t>
            </a:r>
          </a:p>
          <a:p>
            <a:r>
              <a:rPr lang="de-AT" dirty="0"/>
              <a:t>  Max </a:t>
            </a:r>
            <a:r>
              <a:rPr lang="de-AT" dirty="0" err="1"/>
              <a:t>Drawdown</a:t>
            </a:r>
            <a:r>
              <a:rPr lang="de-AT" dirty="0"/>
              <a:t>        : $-78.47</a:t>
            </a:r>
          </a:p>
          <a:p>
            <a:r>
              <a:rPr lang="de-AT" dirty="0"/>
              <a:t>  Return/DD Ratio     : 2.94</a:t>
            </a:r>
          </a:p>
          <a:p>
            <a:r>
              <a:rPr lang="de-AT" dirty="0"/>
              <a:t>  Sharpe Ratio        : 1.82</a:t>
            </a:r>
          </a:p>
          <a:p>
            <a:r>
              <a:rPr lang="de-AT" dirty="0"/>
              <a:t>  Profit </a:t>
            </a:r>
            <a:r>
              <a:rPr lang="de-AT" dirty="0" err="1"/>
              <a:t>Factor</a:t>
            </a:r>
            <a:r>
              <a:rPr lang="de-AT" dirty="0"/>
              <a:t>       : 1.70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224C064-C60C-6FAB-40D1-D99D3B85FA94}"/>
              </a:ext>
            </a:extLst>
          </p:cNvPr>
          <p:cNvSpPr txBox="1"/>
          <p:nvPr/>
        </p:nvSpPr>
        <p:spPr>
          <a:xfrm>
            <a:off x="6377473" y="5519057"/>
            <a:ext cx="405881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--- </a:t>
            </a:r>
            <a:r>
              <a:rPr lang="de-AT" dirty="0" err="1"/>
              <a:t>Compounding</a:t>
            </a:r>
            <a:r>
              <a:rPr lang="de-AT" dirty="0"/>
              <a:t> ---</a:t>
            </a:r>
          </a:p>
          <a:p>
            <a:r>
              <a:rPr lang="de-AT" dirty="0"/>
              <a:t>  Num Trades          : 116</a:t>
            </a:r>
          </a:p>
          <a:p>
            <a:r>
              <a:rPr lang="de-AT" dirty="0"/>
              <a:t>  </a:t>
            </a:r>
            <a:r>
              <a:rPr lang="de-AT" dirty="0" err="1"/>
              <a:t>Win</a:t>
            </a:r>
            <a:r>
              <a:rPr lang="de-AT" dirty="0"/>
              <a:t> Rate            : 68.10%</a:t>
            </a:r>
          </a:p>
          <a:p>
            <a:r>
              <a:rPr lang="de-AT" dirty="0"/>
              <a:t>  Total </a:t>
            </a:r>
            <a:r>
              <a:rPr lang="de-AT" dirty="0" err="1"/>
              <a:t>PnL</a:t>
            </a:r>
            <a:r>
              <a:rPr lang="de-AT" dirty="0"/>
              <a:t>           : $249.17</a:t>
            </a:r>
          </a:p>
          <a:p>
            <a:r>
              <a:rPr lang="de-AT" dirty="0"/>
              <a:t>  Final Equity        : $1249.17</a:t>
            </a:r>
          </a:p>
          <a:p>
            <a:r>
              <a:rPr lang="de-AT" dirty="0"/>
              <a:t>  Max </a:t>
            </a:r>
            <a:r>
              <a:rPr lang="de-AT" dirty="0" err="1"/>
              <a:t>Drawdown</a:t>
            </a:r>
            <a:r>
              <a:rPr lang="de-AT" dirty="0"/>
              <a:t>        : $-97.32</a:t>
            </a:r>
          </a:p>
          <a:p>
            <a:r>
              <a:rPr lang="de-AT" dirty="0"/>
              <a:t>  Return/DD Ratio     : 2.56</a:t>
            </a:r>
          </a:p>
          <a:p>
            <a:r>
              <a:rPr lang="de-AT" dirty="0"/>
              <a:t>  Sharpe Ratio        : 1.67</a:t>
            </a:r>
          </a:p>
          <a:p>
            <a:r>
              <a:rPr lang="de-AT" dirty="0"/>
              <a:t>  Profit </a:t>
            </a:r>
            <a:r>
              <a:rPr lang="de-AT" dirty="0" err="1"/>
              <a:t>Factor</a:t>
            </a:r>
            <a:r>
              <a:rPr lang="de-AT" dirty="0"/>
              <a:t>       : 1.64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71736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2D66-1639-D4D7-D197-913F917DF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T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89F86CC-647A-D21E-60BA-08A2965921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94" y="1825625"/>
            <a:ext cx="1044321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46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E3CA4-6709-C03A-E644-5C340D063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2026-03-19_MINI_BTCUSDT_1h_2021-01-01_2025-12-01_LB300_PRED12</a:t>
            </a:r>
            <a:endParaRPr lang="en-AT" sz="20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20F36B4-ADCE-C3FA-D859-20E2A5809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77019"/>
            <a:ext cx="10515600" cy="344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82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5B471-7A42-1FC6-D898-D5CC261F7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B361-79A6-8827-83FC-54117BC86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2026-03-13_MINI_BTCUSDT_1h_2021-01-01_2025-12-01_LB400_PRED12</a:t>
            </a:r>
            <a:endParaRPr lang="en-AT" sz="20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2CF4730-55BA-1B81-2AE3-6FC08B74FE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79462"/>
            <a:ext cx="10515600" cy="3443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97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E7F22-305E-978F-B222-AF825E251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3C938-0466-3A22-F962-34CC1AD95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2026-03-15_MINI_BTCUSDT_1h_2021-01-01_2025-12-01_LB512_PRED12</a:t>
            </a:r>
            <a:endParaRPr lang="en-AT" sz="20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0BEC559-5648-8330-A7E8-13E0DA0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78179"/>
            <a:ext cx="10515600" cy="344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275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797A3-66FE-4569-ED8D-C101BD65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6DB0F-7A97-745F-45C3-4C5CC4072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2026-03-15_MINI_BTCUSDT_1h_2021-01-01_2025-12-01_LB612_PRED12</a:t>
            </a:r>
            <a:endParaRPr lang="en-AT" sz="2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BB1C63-12E9-B6EB-6CC7-A74BC1C532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84100"/>
            <a:ext cx="10515600" cy="343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9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29453-3DA7-87C1-F867-7D137C707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140C2-FB22-6D08-486A-04A981E35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2026-03-15_MINI_BTCUSDT_1h_2021-01-01_2025-12-01_LB712_PRED12</a:t>
            </a:r>
            <a:endParaRPr lang="en-AT" sz="20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EE9E6DA-A520-647C-500E-6B6C8C10BC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81784"/>
            <a:ext cx="10515600" cy="3439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152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CC8B4-78C3-CE32-715C-6A1B0D585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8AC7C-99FD-251F-412E-36E8A1721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2026-03-17_MINI_BTCUSDT_1h_2021-01-01_2025-12-01_LB400_PRED07</a:t>
            </a:r>
            <a:endParaRPr lang="en-AT" sz="2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6713B0A-D432-4055-D5E8-5BD9F5495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98363"/>
            <a:ext cx="10515600" cy="3405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33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B339F-35D7-C679-E0E5-533618696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01BBF-9D6D-87A1-A5EF-79DFFC59C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2026-03-16_MINI_BTCUSDT_1h_2021-01-01_2025-12-01_LB400_PRED12_BATCH64</a:t>
            </a:r>
            <a:endParaRPr lang="en-AT" sz="20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4CD47A1-1D17-0B2E-DC51-478DC08507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86639"/>
            <a:ext cx="10515600" cy="342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32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69A42-12BA-F21A-BC7E-C323CC17A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842FB-4800-03D9-44E2-3F2AE7944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2026-03-14_SMALL_BTCUSDT_1h_2024-01-01_2026-01-14_LB512_PRED12</a:t>
            </a:r>
            <a:endParaRPr lang="en-AT" sz="2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D774158-6D17-2D2A-0832-D3A0449749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93754"/>
            <a:ext cx="10515600" cy="341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166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7AB6-A701-2643-B6F7-2BE7DE8A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62718-A9AF-2360-72A3-E102096E7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2026-03-13_BASE_BTCUSDT_1h_2021-01-01_2025-12-01_LB512_PRED12</a:t>
            </a:r>
            <a:endParaRPr lang="en-AT" sz="20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FBA6B1C-95B3-1356-EF01-EE9EF6D5E2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94909"/>
            <a:ext cx="10515600" cy="3412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190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4161</TotalTime>
  <Words>386</Words>
  <Application>Microsoft Office PowerPoint</Application>
  <PresentationFormat>Widescreen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2026-03-11_SMALL_BTCUSDT_1h_2021-01-01_2025-12-01_LB512_PRED20 SOURCE: POWERSTATION "PRED_HORIZON": 10, "MIN_CHANGE_PCT": 0.0, "MAX_STD_PCT": 0.38,  UPSIDE: 0 </vt:lpstr>
      <vt:lpstr>2026-03-11_SMALL_BTCUSDT_1h_2021-01-01_2025-12-01_LB512_PRED16 Source: Lenovo Legion </vt:lpstr>
      <vt:lpstr>PowerPoint Presentation</vt:lpstr>
      <vt:lpstr>2026-03-19_MINI_BTCUSDT_1h_2021-01-01_2025-12-01_LB300_PRED12</vt:lpstr>
      <vt:lpstr>2026-03-13_MINI_BTCUSDT_1h_2021-01-01_2025-12-01_LB400_PRED12</vt:lpstr>
      <vt:lpstr>2026-03-15_MINI_BTCUSDT_1h_2021-01-01_2025-12-01_LB512_PRED12</vt:lpstr>
      <vt:lpstr>2026-03-15_MINI_BTCUSDT_1h_2021-01-01_2025-12-01_LB612_PRED12</vt:lpstr>
      <vt:lpstr>2026-03-15_MINI_BTCUSDT_1h_2021-01-01_2025-12-01_LB712_PRED12</vt:lpstr>
      <vt:lpstr>2026-03-17_MINI_BTCUSDT_1h_2021-01-01_2025-12-01_LB400_PRED07</vt:lpstr>
      <vt:lpstr>2026-03-16_MINI_BTCUSDT_1h_2021-01-01_2025-12-01_LB400_PRED12_BATCH64</vt:lpstr>
      <vt:lpstr>2026-03-14_SMALL_BTCUSDT_1h_2024-01-01_2026-01-14_LB512_PRED12</vt:lpstr>
      <vt:lpstr>2026-03-13_BASE_BTCUSDT_1h_2021-01-01_2025-12-01_LB512_PRED12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Schönberg</dc:creator>
  <cp:lastModifiedBy>Markus Schönberg</cp:lastModifiedBy>
  <cp:revision>3</cp:revision>
  <dcterms:created xsi:type="dcterms:W3CDTF">2026-03-12T22:02:42Z</dcterms:created>
  <dcterms:modified xsi:type="dcterms:W3CDTF">2026-03-22T18:43:27Z</dcterms:modified>
</cp:coreProperties>
</file>